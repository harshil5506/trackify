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463040"/>
            <a:ext cx="9235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PROJECT PROGRESS PRESENTATION (WEEKS 1 TO 3)
</a:t>
            </a:r>
          </a:p>
          <a:p>
            <a:r>
              <a:rPr sz="4000" b="1">
                <a:solidFill>
                  <a:srgbClr val="FFFFFF"/>
                </a:solidFill>
              </a:rPr>
              <a:t>TRACKIFY</a:t>
            </a:r>
          </a:p>
          <a:p>
            <a:r>
              <a:rPr sz="1800">
                <a:solidFill>
                  <a:srgbClr val="9CA3AF"/>
                </a:solidFill>
              </a:rPr>
              <a:t>Full-Stack Personal Finance &amp; Group Expense Sharing Platform
</a:t>
            </a:r>
          </a:p>
          <a:p>
            <a:r>
              <a:rPr sz="1000">
                <a:solidFill>
                  <a:srgbClr val="3C4B69"/>
                </a:solidFill>
              </a:rPr>
              <a:t>----------------------------------------------------------------------------------------------------
</a:t>
            </a:r>
          </a:p>
          <a:p>
            <a:r>
              <a:rPr sz="1300">
                <a:solidFill>
                  <a:srgbClr val="FFFFFF"/>
                </a:solidFill>
              </a:rPr>
              <a:t>• Institution: CHARUSAT - Devang Patel Institute of Advance Technology &amp; Research (DEPSTAR)
• Semester: 5th  |  Project ID: PRJ_IT_5_2026_10  |  Domain: Web Development / FinTech
• Student ID: D25DIT083  |  Internship ID: INT_2026_D25DIT083
• Milestone: Checkpoint 1 Released (checkpoint-1)  |  Repository: github.com/harshil5506/Trackify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TRACKIFY  | 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3-Week Milestone Overview (Weeks 1 to 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6265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6B6D4"/>
                </a:solidFill>
              </a:rPr>
              <a:t>WEEK 1 (18/07 - 24/07)
</a:t>
            </a:r>
          </a:p>
          <a:p>
            <a:r>
              <a:rPr b="1" sz="1300">
                <a:solidFill>
                  <a:srgbClr val="FFFFFF"/>
                </a:solidFill>
              </a:rPr>
              <a:t>System Architecture &amp; Security
</a:t>
            </a:r>
            <a:r>
              <a:rPr sz="1100">
                <a:solidFill>
                  <a:srgbClr val="FFFFFF"/>
                </a:solidFill>
              </a:rPr>
              <a:t>• React 19 + Vite SPA frontend &amp; Node.js Express backend setup.
• Defined 6 Mongoose schemas (User, Expense, Budget, Friend, Message, Group).
• JWT session auth &amp; bcryptjs password hashing.
• Security PIN lock views (SetPin &amp; PinLock).
• Google OAuth login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6265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8B5CF6"/>
                </a:solidFill>
              </a:rPr>
              <a:t>WEEK 2 (25/07 - 31/07)
</a:t>
            </a:r>
          </a:p>
          <a:p>
            <a:r>
              <a:rPr b="1" sz="1300">
                <a:solidFill>
                  <a:srgbClr val="FFFFFF"/>
                </a:solidFill>
              </a:rPr>
              <a:t>Ledger, Budgets &amp; Reports
</a:t>
            </a:r>
            <a:r>
              <a:rPr sz="1100">
                <a:solidFill>
                  <a:srgbClr val="FFFFFF"/>
                </a:solidFill>
              </a:rPr>
              <a:t>• Income &amp; Expense CRUD API endpoints.
• Monthly Category Budget limits &amp; overrun warning alerts.
• Aggregation pipelines &amp; Recharts visualization widgets.
• Multi-format export engine (PDF, CSV, JSON).
• Seeded 75+ test transactions.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371600"/>
            <a:ext cx="3328416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554480"/>
            <a:ext cx="296265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0B981"/>
                </a:solidFill>
              </a:rPr>
              <a:t>WEEK 3 (01/08 - 07/08)
</a:t>
            </a:r>
          </a:p>
          <a:p>
            <a:r>
              <a:rPr b="1" sz="1300">
                <a:solidFill>
                  <a:srgbClr val="FFFFFF"/>
                </a:solidFill>
              </a:rPr>
              <a:t>Multi-Currency &amp; Email Automation
</a:t>
            </a:r>
            <a:r>
              <a:rPr sz="1100">
                <a:solidFill>
                  <a:srgbClr val="FFFFFF"/>
                </a:solidFill>
              </a:rPr>
              <a:t>• Multi-currency preference selection (INR, USD, EUR, GBP).
• Dynamic currency formatting across ledgers &amp; exports.
• Automated monthly report emails via Nodemailer.
• Verified production build (npm run build).
• Checkpoint 1 milestone tag.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TRACKIFY  | 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Week 1: System Architecture &amp; Authentication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6B6D4"/>
                </a:solidFill>
              </a:rPr>
              <a:t>Key Accomplishments &amp; Deliverables:
</a:t>
            </a:r>
          </a:p>
          <a:p>
            <a:r>
              <a:rPr sz="1200">
                <a:solidFill>
                  <a:srgbClr val="FFFFFF"/>
                </a:solidFill>
              </a:rPr>
              <a:t>1. MERN + Vite Architecture Setup:
   Configured React 19 SPA frontend with Vite HMR and Express backend server.
2. Database Schema Definition (Mongoose ODM):
   Designed User, Expense, Budget, Friend, Message, and Group schemas.
3. Session Security &amp; Hashing:
   Implemented bcryptjs password hashing and 7-day JWT session tokens.
4. Security PIN Lock Flow:
   Built SetPin.jsx &amp; PinLock.jsx to guard sensitive financial ledgers.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96335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2305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MODELS CREATED
</a:t>
            </a:r>
          </a:p>
          <a:p>
            <a:r>
              <a:rPr sz="2600" b="1">
                <a:solidFill>
                  <a:srgbClr val="06B6D4"/>
                </a:solidFill>
              </a:rPr>
              <a:t>6 Data Schemas
</a:t>
            </a:r>
          </a:p>
          <a:p>
            <a:r>
              <a:rPr sz="1200">
                <a:solidFill>
                  <a:srgbClr val="FFFFFF"/>
                </a:solidFill>
              </a:rPr>
              <a:t>AUTH ENDPOINTS:
• POST /api/auth/register
• POST /api/auth/login
• POST /api/auth/google
• POST /api/auth/set-pin
• POST /api/auth/verify-pin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TRACKIFY  | 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Week 2: Financial Ledger, Budgets &amp; Multi-Format Exports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8B5CF6"/>
                </a:solidFill>
              </a:rPr>
              <a:t>Key Accomplishments &amp; Deliverables:
</a:t>
            </a:r>
          </a:p>
          <a:p>
            <a:r>
              <a:rPr sz="1200">
                <a:solidFill>
                  <a:srgbClr val="FFFFFF"/>
                </a:solidFill>
              </a:rPr>
              <a:t>1. Personal Financial Ledger CRUD:
   Developed expenses.js endpoints for transactions, category tags, payment methods, date ranges, and pagination.
2. Category Budgeting System:
   Created budget.js routes and Budget.jsx view with visual overrun progress bars.
3. Analytics &amp; Recharts Widgets:
   Built analytics.js endpoints (GET /summary, GET /monthly, GET /by-category).
4. Multi-Format Data Export Engine:
   Built csvExport.js supporting PDF (jsPDF + autotable), CSV, and JSON downloads.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96335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2305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EXPORT FORMATS
</a:t>
            </a:r>
          </a:p>
          <a:p>
            <a:r>
              <a:rPr sz="2600" b="1">
                <a:solidFill>
                  <a:srgbClr val="8B5CF6"/>
                </a:solidFill>
              </a:rPr>
              <a:t>PDF, CSV, JSON
</a:t>
            </a:r>
          </a:p>
          <a:p>
            <a:r>
              <a:rPr sz="1200">
                <a:solidFill>
                  <a:srgbClr val="FFFFFF"/>
                </a:solidFill>
              </a:rPr>
              <a:t>DATABASE SEEDING:
• Generated seed_trackify.js script
• Populated 75+ sample expenses
• Seeded roommate group splits &amp; direct messaging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TRACKIFY  | 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Week 3: Multi-Currency Support &amp; Automated Email Reports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0B981"/>
                </a:solidFill>
              </a:rPr>
              <a:t>Key Accomplishments &amp; Deliverables:
</a:t>
            </a:r>
          </a:p>
          <a:p>
            <a:r>
              <a:rPr sz="1200">
                <a:solidFill>
                  <a:srgbClr val="FFFFFF"/>
                </a:solidFill>
              </a:rPr>
              <a:t>1. Multi-Currency Preference &amp; Formatting:
   Added currency selection (INR ₹, USD $, EUR €, GBP £) in Profile.jsx and applied dynamic currency formatting across transaction tables, summaries, and exports.
2. Automated Email Reports (Nodemailer):
   Integrated Nodemailer email transport to automatically deliver formatted monthly summaries directly to user email accounts.
3. Checkpoint 1 Milestone Release:
   Executed production build (npm run build) and tagged release 'checkpoint-1' on GitHub main branch.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371600"/>
            <a:ext cx="3596335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23057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9CA3AF"/>
                </a:solidFill>
              </a:rPr>
              <a:t>MILESTONE STATUS
</a:t>
            </a:r>
          </a:p>
          <a:p>
            <a:r>
              <a:rPr sz="2800" b="1">
                <a:solidFill>
                  <a:srgbClr val="10B981"/>
                </a:solidFill>
              </a:rPr>
              <a:t>v1.0-cp1
</a:t>
            </a:r>
          </a:p>
          <a:p>
            <a:r>
              <a:rPr sz="1200">
                <a:solidFill>
                  <a:srgbClr val="FFFFFF"/>
                </a:solidFill>
              </a:rPr>
              <a:t>CHECKPOINT 1 TAGGED:
• Tag: checkpoint-1
• Commit: be0f2af
• Verified production build
• Automated Nodemailer dispatch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TRACKIFY  | 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Full-Stack Technology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6265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6B6D4"/>
                </a:solidFill>
              </a:rPr>
              <a:t>FRONTEND LAYER
</a:t>
            </a:r>
          </a:p>
          <a:p>
            <a:r>
              <a:rPr sz="1200">
                <a:solidFill>
                  <a:srgbClr val="FFFFFF"/>
                </a:solidFill>
              </a:rPr>
              <a:t>• React 19 Single Page App
• Vite Build System &amp; HMR
• Recharts Interactive Charts
• jsPDF + AutoTable Export
• Custom CSS Design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371600"/>
            <a:ext cx="3328416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554480"/>
            <a:ext cx="296265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8B5CF6"/>
                </a:solidFill>
              </a:rPr>
              <a:t>BACKEND LAYER
</a:t>
            </a:r>
          </a:p>
          <a:p>
            <a:r>
              <a:rPr sz="1200">
                <a:solidFill>
                  <a:srgbClr val="FFFFFF"/>
                </a:solidFill>
              </a:rPr>
              <a:t>• Node.js &amp; Express REST API
• JWT Token Authentication
• Bcryptjs Password Hashing
• Nodemailer Mail Dispatch
• CORS &amp; Cookie Parser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371600"/>
            <a:ext cx="3328416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554480"/>
            <a:ext cx="2962656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0B981"/>
                </a:solidFill>
              </a:rPr>
              <a:t>DATABASE &amp; DEVOPS
</a:t>
            </a:r>
          </a:p>
          <a:p>
            <a:r>
              <a:rPr sz="1200">
                <a:solidFill>
                  <a:srgbClr val="FFFFFF"/>
                </a:solidFill>
              </a:rPr>
              <a:t>• MongoDB NoSQL Database
• Mongoose ODM Schema Modeling
• Git &amp; GitHub Versioning
• Seed Data Generators
• Checkpoint Release Tagging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6B6D4"/>
                </a:solidFill>
              </a:rPr>
              <a:t>TRACKIFY  | 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Future Roadmap &amp; Upcoming Objectives (Weeks 4+)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8B5CF6"/>
                </a:solidFill>
              </a:rPr>
              <a:t>GROUP EXPENSE DEBT SETTLEMENT
</a:t>
            </a:r>
          </a:p>
          <a:p>
            <a:r>
              <a:rPr sz="1200">
                <a:solidFill>
                  <a:srgbClr val="FFFFFF"/>
                </a:solidFill>
              </a:rPr>
              <a:t>• Extend multi-currency support to shared group ledgers.
• Implement debt minimization algorithms to settle roommate expenses with minimal transactions.
• Add real-time expense notifications &amp; group P2P messaging.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161E31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06B6D4"/>
                </a:solidFill>
              </a:rPr>
              <a:t>ADVANCED FINANCIAL INSIGHTS
</a:t>
            </a:r>
          </a:p>
          <a:p>
            <a:r>
              <a:rPr sz="1200">
                <a:solidFill>
                  <a:srgbClr val="FFFFFF"/>
                </a:solidFill>
              </a:rPr>
              <a:t>• Automated recurring subscription detection &amp; bill due reminders.
• Smart spending habit predictions and monthly budget suggestions.
• Mobile responsive touch gesture controls for quick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371600"/>
            <a:ext cx="9448495" cy="4114800"/>
          </a:xfrm>
          <a:prstGeom prst="roundRect">
            <a:avLst/>
          </a:prstGeom>
          <a:solidFill>
            <a:srgbClr val="121828"/>
          </a:solidFill>
          <a:ln w="12700">
            <a:solidFill>
              <a:srgbClr val="32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828800"/>
            <a:ext cx="889985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</a:rPr>
              <a:t>THANK YOU!
</a:t>
            </a:r>
          </a:p>
          <a:p>
            <a:pPr algn="ctr"/>
            <a:r>
              <a:rPr sz="1600">
                <a:solidFill>
                  <a:srgbClr val="9CA3AF"/>
                </a:solidFill>
              </a:rPr>
              <a:t>Trackify Weeks 1–3 Development &amp; Checkpoint 1 Milestone Reached 🎉
</a:t>
            </a:r>
          </a:p>
          <a:p>
            <a:pPr algn="ctr"/>
            <a:r>
              <a:rPr sz="1400" b="1">
                <a:solidFill>
                  <a:srgbClr val="FFFFFF"/>
                </a:solidFill>
              </a:rPr>
              <a:t>GitHub Repository: github.com/harshil5506/Trackify (Tag: checkpoint-1)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